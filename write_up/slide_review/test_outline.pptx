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354" r:id="rId3"/>
    <p:sldId id="555" r:id="rId4"/>
    <p:sldId id="558" r:id="rId5"/>
    <p:sldId id="5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354"/>
            <p14:sldId id="555"/>
            <p14:sldId id="558"/>
            <p14:sldId id="56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7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1654" y="0"/>
            <a:ext cx="627004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320040"/>
          <a:lstStyle/>
          <a:p>
            <a:pPr algn="ctr">
              <a:lnSpc>
                <a:spcPct val="115000"/>
              </a:lnSpc>
              <a:spcAft>
                <a:spcPts val="100"/>
              </a:spcAft>
              <a:defRPr sz="1400" b="1" i="0">
                <a:solidFill>
                  <a:srgbClr val="FDB813"/>
                </a:solidFill>
                <a:latin typeface="Calisto MT"/>
              </a:defRPr>
            </a:pPr>
            <a:r>
              <a:t>FACULTY OF ENGINEERING</a:t>
            </a:r>
            <a:endParaRPr lang="en-US" dirty="0">
              <a:solidFill>
                <a:schemeClr val="tx1"/>
              </a:solidFill>
              <a:latin typeface="Gill Sans MT" panose="020B0502020104020203" pitchFamily="34" charset="0"/>
              <a:cs typeface="Gill Sans MT" panose="020B0502020104020203" pitchFamily="34" charset="0"/>
            </a:endParaRPr>
          </a:p>
          <a:p>
            <a:pPr algn="ctr">
              <a:lnSpc>
                <a:spcPct val="115000"/>
              </a:lnSpc>
              <a:spcAft>
                <a:spcPts val="1400"/>
              </a:spcAft>
              <a:defRPr sz="1300" b="1" i="0">
                <a:solidFill>
                  <a:srgbClr val="E2E8F0"/>
                </a:solidFill>
                <a:latin typeface="Calisto MT"/>
              </a:defRPr>
            </a:pPr>
            <a:r>
              <a:t>DEPARTMENT OF COMPUTER ENGINEERING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FFFFF"/>
                </a:solidFill>
                <a:latin typeface="Calisto MT"/>
              </a:defRPr>
            </a:pPr>
            <a:r>
              <a:t>DEVELOPMENT AND IMPLEMENTATION OF A ROBOTIC APPLICATION FOR HUMAN INTENTION RECOGNITION USING MOTION AND HAND GESTURE</a:t>
            </a:r>
          </a:p>
          <a:p>
            <a:pPr algn="ctr">
              <a:lnSpc>
                <a:spcPct val="115000"/>
              </a:lnSpc>
              <a:spcAft>
                <a:spcPts val="1800"/>
              </a:spcAft>
              <a:defRPr sz="1200" b="0" i="1">
                <a:solidFill>
                  <a:srgbClr val="E2E8F0"/>
                </a:solidFill>
                <a:latin typeface="Calisto MT"/>
              </a:defRPr>
            </a:pPr>
            <a:r>
              <a:t>A Final Project Report Submitted in Partial Fulfillment of the Requirements for the Degree of Bachelor of Science in Computer Engineering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 i="0">
                <a:solidFill>
                  <a:srgbClr val="FDB813"/>
                </a:solidFill>
                <a:latin typeface="Calisto MT"/>
              </a:defRPr>
            </a:pPr>
            <a:r>
              <a:t>PRESENTATION BY: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350" b="1" i="0">
                <a:solidFill>
                  <a:srgbClr val="FFFFFF"/>
                </a:solidFill>
                <a:latin typeface="Calisto MT"/>
              </a:defRPr>
            </a:pPr>
            <a:r>
              <a:t>ELEANA OSEI OWUSU — 4121230024</a:t>
            </a:r>
          </a:p>
          <a:p>
            <a:pPr algn="ctr">
              <a:lnSpc>
                <a:spcPct val="115000"/>
              </a:lnSpc>
              <a:spcAft>
                <a:spcPts val="1600"/>
              </a:spcAft>
              <a:defRPr sz="1350" b="1" i="0">
                <a:solidFill>
                  <a:srgbClr val="FFFFFF"/>
                </a:solidFill>
                <a:latin typeface="Calisto MT"/>
              </a:defRPr>
            </a:pPr>
            <a:r>
              <a:t>JOEL NII ADJETEY AHULU — 4121230020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DB813"/>
                </a:solidFill>
                <a:latin typeface="Calisto MT"/>
              </a:defRPr>
            </a:pPr>
            <a:r>
              <a:t>SUPERVISOR: MR. MICHEAL XENYA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  <a:defRPr sz="1150" b="0" i="0">
                <a:solidFill>
                  <a:srgbClr val="E2E8F0"/>
                </a:solidFill>
                <a:latin typeface="Calisto MT"/>
              </a:defRPr>
            </a:pPr>
            <a:r>
              <a:t>ACADEMIC YEAR: 2025/2026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169"/>
          </a:xfrm>
        </p:spPr>
        <p:txBody>
          <a:bodyPr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002060"/>
                </a:solidFill>
                <a:latin typeface="Calisto MT"/>
              </a:defRPr>
            </a:pPr>
            <a:r>
              <a:t>PRESENTATION OUTLINE</a:t>
            </a:r>
            <a:endParaRPr lang="en-GB" sz="4000" b="1" u="sng" dirty="0">
              <a:solidFill>
                <a:srgbClr val="C00000"/>
              </a:solidFill>
              <a:latin typeface="Gill Sans MT" panose="020B0502020104020203" pitchFamily="34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8364" y="1362269"/>
            <a:ext cx="11635272" cy="46937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  <p:sp>
        <p:nvSpPr>
          <p:cNvPr id="6" name="Outline_Box"/>
          <p:cNvSpPr txBox="1"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01. Introduction, Problem Statement &amp; Objectives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02. Literature Review &amp; Critical Research Gaps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03. System Architecture &amp; 6-Phase Methodology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04. Implementation &amp; Intelligent Algorithms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05. Experimental Results &amp; ISO Safety Compliance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2400" b="1">
                <a:solidFill>
                  <a:srgbClr val="002060"/>
                </a:solidFill>
                <a:latin typeface="Calisto MT"/>
              </a:defRPr>
            </a:pPr>
            <a:r>
              <a:t>06. Conclusion &amp; Physical Demonstration Transition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547" y="1231642"/>
            <a:ext cx="11364686" cy="49453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000" dirty="0"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863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343608"/>
            <a:ext cx="11420670" cy="48333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44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8EA5-37CB-3495-D1CC-8784768C0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39" y="1324948"/>
            <a:ext cx="11168743" cy="485201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9</Words>
  <Application>Microsoft Office PowerPoint</Application>
  <PresentationFormat>Widescreen</PresentationFormat>
  <Paragraphs>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Gill Sans MT</vt:lpstr>
      <vt:lpstr>Wingdings</vt:lpstr>
      <vt:lpstr>Office Theme</vt:lpstr>
      <vt:lpstr> 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Owusu Agyeman Antwi</cp:lastModifiedBy>
  <cp:revision>212</cp:revision>
  <dcterms:created xsi:type="dcterms:W3CDTF">2020-12-21T23:45:00Z</dcterms:created>
  <dcterms:modified xsi:type="dcterms:W3CDTF">2025-12-05T09:20:25Z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