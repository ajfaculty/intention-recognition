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2"/>
    <p:sldId id="354" r:id="rId3"/>
    <p:sldId id="555" r:id="rId4"/>
    <p:sldId id="558" r:id="rId5"/>
    <p:sldId id="5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EE616-86D3-4099-A968-B4A6BDE18D0F}">
          <p14:sldIdLst>
            <p14:sldId id="257"/>
            <p14:sldId id="354"/>
            <p14:sldId id="555"/>
            <p14:sldId id="558"/>
            <p14:sldId id="561"/>
          </p14:sldIdLst>
        </p14:section>
        <p14:section name="Untitled Section" id="{D22B2DA1-3DFA-46D2-BA1D-DAD7CC7F72F2}">
          <p14:sldIdLst/>
        </p14:section>
        <p14:section name="Untitled Section" id="{5930E777-D3D8-4E75-983C-AF214C42B1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DF9433-C4BD-03CD-4185-8F7C4220F16F}" name="Owusu Agyeman Antwi" initials="OA" userId="0c4d93facfc3ac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7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9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482A5-FD59-4225-A350-DA787E19AAD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E7C8E-9966-49AA-A950-642A59F8B08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E7C8E-9966-49AA-A950-642A59F8B08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334C30-18F6-499E-B529-FBBBA5BA860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6EBCE5-9DE5-46EE-9318-4795EB416E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1712913" y="3832225"/>
            <a:ext cx="9186862" cy="17986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65C8B60-5CF0-444C-8758-FD6AA4E3BF27}" type="datetime1">
              <a:rPr lang="en-GB" smtClean="0"/>
              <a:t>05/12/2025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....Linking Learners Everywhere 2013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DF291AF-424A-45FD-966C-A7A9D7595FC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334533"/>
            <a:ext cx="3309258" cy="31870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12192000" cy="6176963"/>
          </a:xfrm>
          <a:prstGeom prst="rect">
            <a:avLst/>
          </a:prstGeom>
          <a:solidFill>
            <a:srgbClr val="FFFFCC">
              <a:alpha val="8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9144000" cy="1857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9144000" y="0"/>
            <a:ext cx="3048000" cy="18573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10550" y="6176963"/>
            <a:ext cx="3981450" cy="6849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57348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73486" y="0"/>
            <a:ext cx="348343" cy="685800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21829" y="1"/>
            <a:ext cx="6270171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Gill Sans MT" panose="020B0502020104020203" pitchFamily="34" charset="0"/>
              <a:cs typeface="Gill Sans MT" panose="020B05020201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829" y="5943600"/>
            <a:ext cx="6008913" cy="575187"/>
          </a:xfrm>
        </p:spPr>
        <p:txBody>
          <a:bodyPr>
            <a:normAutofit fontScale="90000"/>
          </a:bodyPr>
          <a:lstStyle/>
          <a:p>
            <a:pPr lvl="0" fontAlgn="base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1100"/>
            </a:pP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 </a:t>
            </a:r>
            <a:endParaRPr lang="en-US" sz="32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60" y="2658358"/>
            <a:ext cx="3995365" cy="36293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14" y="210215"/>
            <a:ext cx="5846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Gill Sans MT" panose="020B0502020104020203" pitchFamily="34" charset="0"/>
                <a:ea typeface="Tahoma" panose="020B0604030504040204" pitchFamily="34" charset="0"/>
                <a:cs typeface="Arial" panose="020B0604020202020204" pitchFamily="34" charset="0"/>
              </a:rPr>
              <a:t>GHANA COMMUNICATION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169"/>
          </a:xfrm>
        </p:spPr>
        <p:txBody>
          <a:bodyPr>
            <a:normAutofit/>
          </a:bodyPr>
          <a:lstStyle/>
          <a:p>
            <a:pPr algn="ctr"/>
            <a:endParaRPr lang="en-GB" sz="4000" b="1" u="sng" dirty="0">
              <a:solidFill>
                <a:srgbClr val="C00000"/>
              </a:solidFill>
              <a:latin typeface="Gill Sans MT" panose="020B0502020104020203" pitchFamily="34" charset="0"/>
              <a:ea typeface="Tahoma" panose="020B060403050404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78364" y="1362269"/>
            <a:ext cx="11635272" cy="469371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2400" dirty="0">
              <a:latin typeface="Gill Sans MT" panose="020B0502020104020203" pitchFamily="34" charset="0"/>
              <a:cs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>
            <a:normAutofit/>
          </a:bodyPr>
          <a:lstStyle/>
          <a:p>
            <a:pPr algn="ctr"/>
            <a:endParaRPr lang="en-US" sz="4000" b="1" u="sng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latin typeface="Gill Sans MT" panose="020B0502020104020203" pitchFamily="34" charset="0"/>
              <a:cs typeface="Gill Sans MT" panose="020B05020201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547" y="1231642"/>
            <a:ext cx="11364686" cy="49453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2000" dirty="0">
              <a:latin typeface="Gill Sans MT" panose="020B0502020104020203" pitchFamily="34" charset="0"/>
              <a:cs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863"/>
          </a:xfrm>
        </p:spPr>
        <p:txBody>
          <a:bodyPr>
            <a:normAutofit/>
          </a:bodyPr>
          <a:lstStyle/>
          <a:p>
            <a:pPr algn="ctr"/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343608"/>
            <a:ext cx="11420670" cy="483335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sz="44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D8E2-4F8C-64A5-14D0-AC29A3DF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822"/>
          </a:xfrm>
        </p:spPr>
        <p:txBody>
          <a:bodyPr>
            <a:normAutofit/>
          </a:bodyPr>
          <a:lstStyle/>
          <a:p>
            <a:pPr algn="ctr"/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8EA5-37CB-3495-D1CC-8784768C0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39" y="1324948"/>
            <a:ext cx="11168743" cy="485201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807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9</Words>
  <Application>Microsoft Office PowerPoint</Application>
  <PresentationFormat>Widescreen</PresentationFormat>
  <Paragraphs>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Gill Sans MT</vt:lpstr>
      <vt:lpstr>Wingdings</vt:lpstr>
      <vt:lpstr>Office Theme</vt:lpstr>
      <vt:lpstr>  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</dc:creator>
  <cp:lastModifiedBy>Owusu Agyeman Antwi</cp:lastModifiedBy>
  <cp:revision>212</cp:revision>
  <dcterms:created xsi:type="dcterms:W3CDTF">2020-12-21T23:45:00Z</dcterms:created>
  <dcterms:modified xsi:type="dcterms:W3CDTF">2025-12-05T09:20:25Z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6E3DABCEAFBD474A891E53D5B3EEA2E6</vt:lpwstr>
  </property>
  <property fmtid="{D5CDD505-2E9C-101B-9397-08002B2CF9AE}" pid="3" name="KSOProductBuildVer">
    <vt:lpwstr>1033-11.2.0.11486</vt:lpwstr>
  </property>
</Properties>
</file>