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09. 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Instant Laser Safety Override: </a:t>
            </a:r>
            <a:r>
              <a:rPr sz="1100" b="0">
                <a:solidFill>
                  <a:srgbClr val="334155"/>
                </a:solidFill>
                <a:latin typeface="Calisto MT"/>
              </a:rPr>
              <a:t>The 360° laser distance sensor constantly scans the surroundings; if an obstacle or person enters within 0.36 meters, motor power cuts in 5 milliseconds, overriding all AI.</a:t>
            </a:r>
          </a:p>
        </p:txBody>
      </p:sp>
      <p:pic>
        <p:nvPicPr>
          <p:cNvPr id="6" name="Control_LSTM_Img" descr="lstm_path_prediction_clean.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camera_gimbal_framed.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Instant E-Stop: </a:t>
            </a:r>
            <a:r>
              <a:rPr sz="880" b="0">
                <a:solidFill>
                  <a:srgbClr val="334155"/>
                </a:solidFill>
                <a:latin typeface="Calisto MT"/>
              </a:rPr>
              <a:t>Laser barrier (&lt; 0.36m) cuts motor power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10. 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waypoint_patrol_clean.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